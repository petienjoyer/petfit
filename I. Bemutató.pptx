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348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0B1E-E862-4563-800C-876F5FCB3F7E}" type="datetimeFigureOut">
              <a:rPr lang="hu-HU" smtClean="0"/>
              <a:t>2026. 10. 14.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47FED48-AB37-4481-9967-221D81A4A2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99547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0B1E-E862-4563-800C-876F5FCB3F7E}" type="datetimeFigureOut">
              <a:rPr lang="hu-HU" smtClean="0"/>
              <a:t>2026. 10. 14.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FED48-AB37-4481-9967-221D81A4A2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5493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0B1E-E862-4563-800C-876F5FCB3F7E}" type="datetimeFigureOut">
              <a:rPr lang="hu-HU" smtClean="0"/>
              <a:t>2026. 10. 14.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47FED48-AB37-4481-9967-221D81A4A2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81966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0B1E-E862-4563-800C-876F5FCB3F7E}" type="datetimeFigureOut">
              <a:rPr lang="hu-HU" smtClean="0"/>
              <a:t>2026. 10. 14.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47FED48-AB37-4481-9967-221D81A4A2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45758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0B1E-E862-4563-800C-876F5FCB3F7E}" type="datetimeFigureOut">
              <a:rPr lang="hu-HU" smtClean="0"/>
              <a:t>2026. 10. 14.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47FED48-AB37-4481-9967-221D81A4A2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85357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0B1E-E862-4563-800C-876F5FCB3F7E}" type="datetimeFigureOut">
              <a:rPr lang="hu-HU" smtClean="0"/>
              <a:t>2026. 10. 14.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FED48-AB37-4481-9967-221D81A4A2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1855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0B1E-E862-4563-800C-876F5FCB3F7E}" type="datetimeFigureOut">
              <a:rPr lang="hu-HU" smtClean="0"/>
              <a:t>2026. 10. 14.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FED48-AB37-4481-9967-221D81A4A2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20396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0B1E-E862-4563-800C-876F5FCB3F7E}" type="datetimeFigureOut">
              <a:rPr lang="hu-HU" smtClean="0"/>
              <a:t>2026. 10. 14.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FED48-AB37-4481-9967-221D81A4A2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22757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0B1E-E862-4563-800C-876F5FCB3F7E}" type="datetimeFigureOut">
              <a:rPr lang="hu-HU" smtClean="0"/>
              <a:t>2026. 10. 14.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47FED48-AB37-4481-9967-221D81A4A2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04941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0B1E-E862-4563-800C-876F5FCB3F7E}" type="datetimeFigureOut">
              <a:rPr lang="hu-HU" smtClean="0"/>
              <a:t>2026. 10. 14.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47FED48-AB37-4481-9967-221D81A4A2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56832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0B1E-E862-4563-800C-876F5FCB3F7E}" type="datetimeFigureOut">
              <a:rPr lang="hu-HU" smtClean="0"/>
              <a:t>2026. 10. 14.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47FED48-AB37-4481-9967-221D81A4A217}" type="slidenum">
              <a:rPr lang="hu-HU" smtClean="0"/>
              <a:t>‹#›</a:t>
            </a:fld>
            <a:endParaRPr lang="hu-H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428346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0B1E-E862-4563-800C-876F5FCB3F7E}" type="datetimeFigureOut">
              <a:rPr lang="hu-HU" smtClean="0"/>
              <a:t>2026. 10. 14.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47FED48-AB37-4481-9967-221D81A4A2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05910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0B1E-E862-4563-800C-876F5FCB3F7E}" type="datetimeFigureOut">
              <a:rPr lang="hu-HU" smtClean="0"/>
              <a:t>2026. 10. 14.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47FED48-AB37-4481-9967-221D81A4A217}" type="slidenum">
              <a:rPr lang="hu-HU" smtClean="0"/>
              <a:t>‹#›</a:t>
            </a:fld>
            <a:endParaRPr lang="hu-H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667146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0B1E-E862-4563-800C-876F5FCB3F7E}" type="datetimeFigureOut">
              <a:rPr lang="hu-HU" smtClean="0"/>
              <a:t>2026. 10. 14.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47FED48-AB37-4481-9967-221D81A4A2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09571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0B1E-E862-4563-800C-876F5FCB3F7E}" type="datetimeFigureOut">
              <a:rPr lang="hu-HU" smtClean="0"/>
              <a:t>2026. 10. 14.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FED48-AB37-4481-9967-221D81A4A2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279075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A0B1E-E862-4563-800C-876F5FCB3F7E}" type="datetimeFigureOut">
              <a:rPr lang="hu-HU" smtClean="0"/>
              <a:t>2026. 10. 14.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FED48-AB37-4481-9967-221D81A4A2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53702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A0B1E-E862-4563-800C-876F5FCB3F7E}" type="datetimeFigureOut">
              <a:rPr lang="hu-HU" smtClean="0"/>
              <a:t>2026. 10. 14.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47FED48-AB37-4481-9967-221D81A4A2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1162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cím 2">
            <a:extLst>
              <a:ext uri="{FF2B5EF4-FFF2-40B4-BE49-F238E27FC236}">
                <a16:creationId xmlns:a16="http://schemas.microsoft.com/office/drawing/2014/main" id="{1C444D90-766B-430B-ADCC-F396457F9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8296" y="2748281"/>
            <a:ext cx="8915399" cy="1753386"/>
          </a:xfrm>
        </p:spPr>
        <p:txBody>
          <a:bodyPr>
            <a:normAutofit fontScale="25000" lnSpcReduction="20000"/>
          </a:bodyPr>
          <a:lstStyle/>
          <a:p>
            <a:pPr algn="ctr"/>
            <a:r>
              <a:rPr lang="hu-HU" sz="2400" dirty="0"/>
              <a:t> </a:t>
            </a:r>
          </a:p>
          <a:p>
            <a:pPr algn="ctr"/>
            <a:endParaRPr lang="hu-HU" sz="2400" dirty="0"/>
          </a:p>
          <a:p>
            <a:pPr algn="ctr"/>
            <a:endParaRPr lang="hu-HU" sz="8000" dirty="0"/>
          </a:p>
          <a:p>
            <a:pPr algn="ctr"/>
            <a:r>
              <a:rPr lang="hu-HU" sz="8000" dirty="0"/>
              <a:t>– Traumberger Péter, Zátonyi Levente, Koszta Milán Dániel -</a:t>
            </a:r>
            <a:endParaRPr lang="hu-HU" sz="9600" dirty="0"/>
          </a:p>
          <a:p>
            <a:endParaRPr lang="hu-HU" sz="2400" dirty="0"/>
          </a:p>
          <a:p>
            <a:r>
              <a:rPr lang="hu-HU" sz="2400" dirty="0"/>
              <a:t>																</a:t>
            </a: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BF50524-BE6D-4B29-A8CD-3A72628E98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9082" y="1943163"/>
            <a:ext cx="5013829" cy="713381"/>
          </a:xfrm>
        </p:spPr>
        <p:txBody>
          <a:bodyPr>
            <a:noAutofit/>
          </a:bodyPr>
          <a:lstStyle/>
          <a:p>
            <a:pPr algn="ctr"/>
            <a:r>
              <a:rPr lang="hu-HU" sz="2800" b="1" i="1" dirty="0"/>
              <a:t>I. Bemutató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9B16BFEB-B027-41B5-806C-FA713912D5B9}"/>
              </a:ext>
            </a:extLst>
          </p:cNvPr>
          <p:cNvSpPr/>
          <p:nvPr/>
        </p:nvSpPr>
        <p:spPr>
          <a:xfrm>
            <a:off x="11383637" y="6421643"/>
            <a:ext cx="7617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 dirty="0"/>
              <a:t>10.14</a:t>
            </a:r>
          </a:p>
        </p:txBody>
      </p:sp>
      <p:sp>
        <p:nvSpPr>
          <p:cNvPr id="6" name="Alcím 2">
            <a:extLst>
              <a:ext uri="{FF2B5EF4-FFF2-40B4-BE49-F238E27FC236}">
                <a16:creationId xmlns:a16="http://schemas.microsoft.com/office/drawing/2014/main" id="{03B050BA-7057-497D-ACF8-B56F31E7FA8A}"/>
              </a:ext>
            </a:extLst>
          </p:cNvPr>
          <p:cNvSpPr txBox="1">
            <a:spLocks/>
          </p:cNvSpPr>
          <p:nvPr/>
        </p:nvSpPr>
        <p:spPr>
          <a:xfrm>
            <a:off x="1638296" y="775089"/>
            <a:ext cx="8915399" cy="136954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u-HU" sz="46000" b="1" dirty="0"/>
              <a:t>PetFit</a:t>
            </a:r>
          </a:p>
          <a:p>
            <a:pPr algn="ctr"/>
            <a:r>
              <a:rPr lang="hu-HU" sz="2400" dirty="0"/>
              <a:t> </a:t>
            </a:r>
          </a:p>
          <a:p>
            <a:pPr algn="ctr"/>
            <a:endParaRPr lang="hu-HU" sz="2400" dirty="0"/>
          </a:p>
          <a:p>
            <a:pPr algn="ctr"/>
            <a:endParaRPr lang="hu-HU" sz="2000" dirty="0"/>
          </a:p>
          <a:p>
            <a:endParaRPr lang="hu-HU" sz="2400" dirty="0"/>
          </a:p>
          <a:p>
            <a:r>
              <a:rPr lang="hu-HU" sz="2400" dirty="0"/>
              <a:t>																</a:t>
            </a:r>
          </a:p>
        </p:txBody>
      </p:sp>
    </p:spTree>
    <p:extLst>
      <p:ext uri="{BB962C8B-B14F-4D97-AF65-F5344CB8AC3E}">
        <p14:creationId xmlns:p14="http://schemas.microsoft.com/office/powerpoint/2010/main" val="25434721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21">
            <a:extLst>
              <a:ext uri="{FF2B5EF4-FFF2-40B4-BE49-F238E27FC236}">
                <a16:creationId xmlns:a16="http://schemas.microsoft.com/office/drawing/2014/main" id="{68EA0AFA-FE8E-43FA-9D23-7901BB745758}"/>
              </a:ext>
            </a:extLst>
          </p:cNvPr>
          <p:cNvSpPr/>
          <p:nvPr/>
        </p:nvSpPr>
        <p:spPr>
          <a:xfrm>
            <a:off x="5161026" y="4112626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F3E7D0"/>
          </a:solidFill>
          <a:ln w="12700">
            <a:solidFill>
              <a:srgbClr val="F3E7D0"/>
            </a:solidFill>
            <a:prstDash val="solid"/>
          </a:ln>
        </p:spPr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C444D90-766B-430B-ADCC-F396457F9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8300" y="1004196"/>
            <a:ext cx="8915399" cy="1369549"/>
          </a:xfrm>
        </p:spPr>
        <p:txBody>
          <a:bodyPr>
            <a:normAutofit fontScale="25000" lnSpcReduction="20000"/>
          </a:bodyPr>
          <a:lstStyle/>
          <a:p>
            <a:pPr algn="ctr"/>
            <a:r>
              <a:rPr lang="hu-HU" sz="46000" b="1" dirty="0"/>
              <a:t>PetFit</a:t>
            </a:r>
          </a:p>
          <a:p>
            <a:pPr algn="ctr"/>
            <a:r>
              <a:rPr lang="hu-HU" sz="2400" dirty="0"/>
              <a:t> </a:t>
            </a:r>
          </a:p>
          <a:p>
            <a:pPr algn="ctr"/>
            <a:endParaRPr lang="hu-HU" sz="2400" dirty="0"/>
          </a:p>
          <a:p>
            <a:pPr algn="ctr"/>
            <a:endParaRPr lang="hu-HU" sz="2000" dirty="0"/>
          </a:p>
          <a:p>
            <a:endParaRPr lang="hu-HU" sz="2400" dirty="0"/>
          </a:p>
          <a:p>
            <a:r>
              <a:rPr lang="hu-HU" sz="2400" dirty="0"/>
              <a:t>																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CC1AA2E8-5B08-4BEF-B57F-B36AAAE71539}"/>
              </a:ext>
            </a:extLst>
          </p:cNvPr>
          <p:cNvSpPr txBox="1"/>
          <p:nvPr/>
        </p:nvSpPr>
        <p:spPr>
          <a:xfrm>
            <a:off x="4590471" y="2373745"/>
            <a:ext cx="3011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Az intelligens kisállatbolt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23FE4CDA-B661-4FDD-B206-DA4FEF220A0B}"/>
              </a:ext>
            </a:extLst>
          </p:cNvPr>
          <p:cNvSpPr/>
          <p:nvPr/>
        </p:nvSpPr>
        <p:spPr>
          <a:xfrm>
            <a:off x="2238372" y="3244334"/>
            <a:ext cx="77152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6A5247"/>
                </a:solidFill>
                <a:latin typeface="+mj-lt"/>
                <a:ea typeface="Aptos" pitchFamily="34" charset="-122"/>
                <a:cs typeface="Aptos" pitchFamily="34" charset="-120"/>
              </a:rPr>
              <a:t>Személyre szabott kisállat-webshop intelligens termékajánlással.</a:t>
            </a:r>
            <a:endParaRPr lang="en-US" dirty="0">
              <a:latin typeface="+mj-lt"/>
            </a:endParaRPr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1BF45805-63AA-4DCB-A74F-5788DE741464}"/>
              </a:ext>
            </a:extLst>
          </p:cNvPr>
          <p:cNvSpPr/>
          <p:nvPr/>
        </p:nvSpPr>
        <p:spPr>
          <a:xfrm>
            <a:off x="2640330" y="4112626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3D2C26"/>
          </a:solidFill>
          <a:ln w="12700">
            <a:solidFill>
              <a:srgbClr val="3D2C26"/>
            </a:solidFill>
            <a:prstDash val="solid"/>
          </a:ln>
        </p:spPr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E91FA20A-F3FE-434F-AEB8-AAE69B32B5A5}"/>
              </a:ext>
            </a:extLst>
          </p:cNvPr>
          <p:cNvSpPr/>
          <p:nvPr/>
        </p:nvSpPr>
        <p:spPr>
          <a:xfrm>
            <a:off x="2699766" y="416291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TERVEZÉS</a:t>
            </a:r>
            <a:endParaRPr lang="en-US" sz="880" dirty="0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9BD7B341-9427-4C5E-A944-20ED8664D0C4}"/>
              </a:ext>
            </a:extLst>
          </p:cNvPr>
          <p:cNvSpPr/>
          <p:nvPr/>
        </p:nvSpPr>
        <p:spPr>
          <a:xfrm>
            <a:off x="3871722" y="4112626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3D2C26"/>
          </a:solidFill>
          <a:ln w="12700">
            <a:solidFill>
              <a:srgbClr val="3D2C26"/>
            </a:solidFill>
            <a:prstDash val="solid"/>
          </a:ln>
        </p:spPr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EB2EB7BF-D138-433A-BCF2-15D149FA0917}"/>
              </a:ext>
            </a:extLst>
          </p:cNvPr>
          <p:cNvSpPr/>
          <p:nvPr/>
        </p:nvSpPr>
        <p:spPr>
          <a:xfrm>
            <a:off x="3963162" y="416291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880" dirty="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704863AF-3BC8-4D9F-AC94-D99A507E73E3}"/>
              </a:ext>
            </a:extLst>
          </p:cNvPr>
          <p:cNvSpPr/>
          <p:nvPr/>
        </p:nvSpPr>
        <p:spPr>
          <a:xfrm>
            <a:off x="5252466" y="416291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ADATBÁZIS</a:t>
            </a:r>
            <a:endParaRPr lang="en-US" sz="880" dirty="0"/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85DD359B-FCC8-4F65-A766-A46DF5E4D784}"/>
              </a:ext>
            </a:extLst>
          </p:cNvPr>
          <p:cNvSpPr/>
          <p:nvPr/>
        </p:nvSpPr>
        <p:spPr>
          <a:xfrm>
            <a:off x="6633210" y="4112626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F3E7D0"/>
          </a:solidFill>
          <a:ln w="12700">
            <a:solidFill>
              <a:srgbClr val="F3E7D0"/>
            </a:solidFill>
            <a:prstDash val="solid"/>
          </a:ln>
        </p:spPr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586F2467-0E33-4D33-AA60-4640A935F6DC}"/>
              </a:ext>
            </a:extLst>
          </p:cNvPr>
          <p:cNvSpPr/>
          <p:nvPr/>
        </p:nvSpPr>
        <p:spPr>
          <a:xfrm>
            <a:off x="6724650" y="416291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6A5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</a:t>
            </a:r>
            <a:endParaRPr lang="en-US" sz="880" dirty="0"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FEC781FD-B90C-4A3C-9E95-B1D241B7F416}"/>
              </a:ext>
            </a:extLst>
          </p:cNvPr>
          <p:cNvSpPr/>
          <p:nvPr/>
        </p:nvSpPr>
        <p:spPr>
          <a:xfrm>
            <a:off x="7922514" y="4112626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3E7D0"/>
          </a:solidFill>
          <a:ln w="12700">
            <a:solidFill>
              <a:srgbClr val="F3E7D0"/>
            </a:solidFill>
            <a:prstDash val="solid"/>
          </a:ln>
        </p:spPr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E40BADD2-45B5-41E9-9D6E-ECC874DE0B45}"/>
              </a:ext>
            </a:extLst>
          </p:cNvPr>
          <p:cNvSpPr/>
          <p:nvPr/>
        </p:nvSpPr>
        <p:spPr>
          <a:xfrm>
            <a:off x="8013954" y="416291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6A52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MATCH</a:t>
            </a:r>
            <a:endParaRPr lang="en-US" sz="880" dirty="0"/>
          </a:p>
        </p:txBody>
      </p:sp>
    </p:spTree>
    <p:extLst>
      <p:ext uri="{BB962C8B-B14F-4D97-AF65-F5344CB8AC3E}">
        <p14:creationId xmlns:p14="http://schemas.microsoft.com/office/powerpoint/2010/main" val="28285159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Szálak">
  <a:themeElements>
    <a:clrScheme name="Szálak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Szálak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zálak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TM02892315[[fn=Szálak]]</Template>
  <TotalTime>19</TotalTime>
  <Words>83</Words>
  <Application>Microsoft Office PowerPoint</Application>
  <PresentationFormat>Szélesvásznú</PresentationFormat>
  <Paragraphs>27</Paragraphs>
  <Slides>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</vt:i4>
      </vt:variant>
    </vt:vector>
  </HeadingPairs>
  <TitlesOfParts>
    <vt:vector size="7" baseType="lpstr">
      <vt:lpstr>Aptos</vt:lpstr>
      <vt:lpstr>Arial</vt:lpstr>
      <vt:lpstr>Century Gothic</vt:lpstr>
      <vt:lpstr>Wingdings 3</vt:lpstr>
      <vt:lpstr>Szálak</vt:lpstr>
      <vt:lpstr>I. 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I. Bemutató</dc:title>
  <dc:creator>Koszta Milán</dc:creator>
  <cp:lastModifiedBy>Koszta Milán</cp:lastModifiedBy>
  <cp:revision>3</cp:revision>
  <dcterms:created xsi:type="dcterms:W3CDTF">2026-10-14T10:04:16Z</dcterms:created>
  <dcterms:modified xsi:type="dcterms:W3CDTF">2026-10-14T10:24:10Z</dcterms:modified>
</cp:coreProperties>
</file>